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sldIdLst>
    <p:sldId id="256" r:id="rId2"/>
    <p:sldId id="257" r:id="rId3"/>
    <p:sldId id="260" r:id="rId4"/>
    <p:sldId id="262" r:id="rId5"/>
    <p:sldId id="263" r:id="rId6"/>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1pPr>
    <a:lvl2pPr marL="0" marR="0" indent="22860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45720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68580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91440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114300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137160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160020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182880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lumOff val="-13575"/>
            </a:schemeClr>
          </a:solidFill>
        </a:fill>
      </a:tcStyle>
    </a:firstCol>
    <a:lastRow>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hueOff val="114395"/>
              <a:lumOff val="-24975"/>
            </a:schemeClr>
          </a:solidFill>
        </a:fill>
      </a:tcStyle>
    </a:firstRow>
  </a:tblStyle>
  <a:tblStyle styleId="{C7B018BB-80A7-4F77-B60F-C8B233D01FF8}" styleName="">
    <a:tblBg/>
    <a:wholeTbl>
      <a:tcTxStyle b="off" i="off">
        <a:font>
          <a:latin typeface="Helvetica Neue"/>
          <a:ea typeface="Helvetica Neue"/>
          <a:cs typeface="Helvetica Neue"/>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ff" i="off">
        <a:font>
          <a:latin typeface="Helvetica Neue Medium"/>
          <a:ea typeface="Helvetica Neue Medium"/>
          <a:cs typeface="Helvetica Neue Medium"/>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3">
              <a:hueOff val="362282"/>
              <a:satOff val="31803"/>
              <a:lumOff val="-18242"/>
            </a:schemeClr>
          </a:solidFill>
        </a:fill>
      </a:tcStyle>
    </a:firstCol>
    <a:lastRow>
      <a:tcTxStyle b="off" i="off">
        <a:font>
          <a:latin typeface="Helvetica Neue"/>
          <a:ea typeface="Helvetica Neue"/>
          <a:cs typeface="Helvetica Neue"/>
        </a:font>
        <a:srgbClr val="000000"/>
      </a:tcTxStyle>
      <a:tcStyle>
        <a:tcBdr>
          <a:left>
            <a:ln w="12700" cap="flat">
              <a:solidFill>
                <a:srgbClr val="606060"/>
              </a:solidFill>
              <a:prstDash val="solid"/>
              <a:miter lim="400000"/>
            </a:ln>
          </a:left>
          <a:right>
            <a:ln w="12700" cap="flat">
              <a:solidFill>
                <a:srgbClr val="606060"/>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EBEBEB"/>
          </a:solidFill>
        </a:fill>
      </a:tcStyle>
    </a:lastRow>
    <a:firstRow>
      <a:tcTxStyle b="off" i="off">
        <a:font>
          <a:latin typeface="Helvetica Neue Medium"/>
          <a:ea typeface="Helvetica Neue Medium"/>
          <a:cs typeface="Helvetica Neue Medium"/>
        </a:font>
        <a:srgbClr val="FFFFFF"/>
      </a:tcTxStyle>
      <a:tcStyle>
        <a:tcBdr>
          <a:left>
            <a:ln w="12700" cap="flat">
              <a:solidFill>
                <a:srgbClr val="929292"/>
              </a:solidFill>
              <a:prstDash val="solid"/>
              <a:miter lim="400000"/>
            </a:ln>
          </a:left>
          <a:right>
            <a:ln w="12700" cap="flat">
              <a:solidFill>
                <a:srgbClr val="929292"/>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929292"/>
              </a:solidFill>
              <a:prstDash val="solid"/>
              <a:miter lim="400000"/>
            </a:ln>
          </a:insideH>
          <a:insideV>
            <a:ln w="12700" cap="flat">
              <a:solidFill>
                <a:srgbClr val="929292"/>
              </a:solidFill>
              <a:prstDash val="solid"/>
              <a:miter lim="400000"/>
            </a:ln>
          </a:insideV>
        </a:tcBdr>
        <a:fill>
          <a:solidFill>
            <a:srgbClr val="017101"/>
          </a:solidFill>
        </a:fill>
      </a:tcStyle>
    </a:firstRow>
  </a:tblStyle>
  <a:tblStyle styleId="{EEE7283C-3CF3-47DC-8721-378D4A62B228}" styleName="">
    <a:tblBg/>
    <a:wholeTbl>
      <a:tcTxStyle b="off" i="off">
        <a:font>
          <a:latin typeface="Helvetica Neue Light"/>
          <a:ea typeface="Helvetica Neue Light"/>
          <a:cs typeface="Helvetica Neue Light"/>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FAF7E9"/>
          </a:solidFill>
        </a:fill>
      </a:tcStyle>
    </a:wholeTbl>
    <a:band2H>
      <a:tcTxStyle/>
      <a:tcStyle>
        <a:tcBdr/>
        <a:fill>
          <a:solidFill>
            <a:srgbClr val="EDEADD"/>
          </a:solidFill>
        </a:fill>
      </a:tcStyle>
    </a:band2H>
    <a:firstCol>
      <a:tcTxStyle b="off" i="off">
        <a:font>
          <a:latin typeface="Helvetica Neue Medium"/>
          <a:ea typeface="Helvetica Neue Medium"/>
          <a:cs typeface="Helvetica Neue Medium"/>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9BA00"/>
          </a:solidFill>
        </a:fill>
      </a:tcStyle>
    </a:firstCol>
    <a:lastRow>
      <a:tcTxStyle b="off" i="off">
        <a:font>
          <a:latin typeface="Helvetica Neue Medium"/>
          <a:ea typeface="Helvetica Neue Medium"/>
          <a:cs typeface="Helvetica Neue Medium"/>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lastRow>
    <a:firstRow>
      <a:tcTxStyle b="off" i="off">
        <a:font>
          <a:latin typeface="Helvetica Neue Medium"/>
          <a:ea typeface="Helvetica Neue Medium"/>
          <a:cs typeface="Helvetica Neue Medium"/>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firstRow>
  </a:tblStyle>
  <a:tblStyle styleId="{CF821DB8-F4EB-4A41-A1BA-3FCAFE7338EE}" styleName="">
    <a:tblBg/>
    <a:wholeTbl>
      <a:tcTxStyle b="off" i="off">
        <a:font>
          <a:latin typeface="Helvetica Neue"/>
          <a:ea typeface="Helvetica Neue"/>
          <a:cs typeface="Helvetica Neue"/>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EBEBEB"/>
          </a:solidFill>
        </a:fill>
      </a:tcStyle>
    </a:wholeTbl>
    <a:band2H>
      <a:tcTxStyle/>
      <a:tcStyle>
        <a:tcBdr/>
        <a:fill>
          <a:solidFill>
            <a:srgbClr val="DADBDA"/>
          </a:solidFill>
        </a:fill>
      </a:tcStyle>
    </a:band2H>
    <a:firstCol>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chemeClr val="accent6">
              <a:hueOff val="-146070"/>
              <a:satOff val="-10048"/>
              <a:lumOff val="-30626"/>
            </a:schemeClr>
          </a:solidFill>
        </a:fill>
      </a:tcStyle>
    </a:firstCol>
    <a:la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lastRow>
    <a:fir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firstRow>
  </a:tblStyle>
  <a:tblStyle styleId="{33BA23B1-9221-436E-865A-0063620EA4FD}" styleName="">
    <a:tblBg/>
    <a:wholeTbl>
      <a:tcTxStyle b="off" i="off">
        <a:font>
          <a:latin typeface="Helvetica Neue"/>
          <a:ea typeface="Helvetica Neue"/>
          <a:cs typeface="Helvetica Neue"/>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B5B5C1"/>
          </a:solidFill>
        </a:fill>
      </a:tcStyle>
    </a:wholeTbl>
    <a:band2H>
      <a:tcTxStyle/>
      <a:tcStyle>
        <a:tcBdr/>
        <a:fill>
          <a:solidFill>
            <a:srgbClr val="9A9AA5"/>
          </a:solidFill>
        </a:fill>
      </a:tcStyle>
    </a:band2H>
    <a:firstCol>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85F"/>
          </a:solidFill>
        </a:fill>
      </a:tcStyle>
    </a:firstCol>
    <a:la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lastRow>
    <a:fir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firstRow>
  </a:tblStyle>
  <a:tblStyle styleId="{2708684C-4D16-4618-839F-0558EEFCDFE6}" styleName="">
    <a:tblBg/>
    <a:wholeTbl>
      <a:tcTxStyle b="off"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Neue"/>
          <a:ea typeface="Helvetica Neue"/>
          <a:cs typeface="Helvetica Neue"/>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p:restoredTop sz="94658"/>
  </p:normalViewPr>
  <p:slideViewPr>
    <p:cSldViewPr snapToGrid="0" snapToObjects="1">
      <p:cViewPr varScale="1">
        <p:scale>
          <a:sx n="31" d="100"/>
          <a:sy n="31" d="100"/>
        </p:scale>
        <p:origin x="1164" y="2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openxmlformats.org/officeDocument/2006/relationships/customXml" Target="../customXml/item1.xml"/><Relationship Id="rId3" Type="http://schemas.openxmlformats.org/officeDocument/2006/relationships/slide" Target="slides/slide2.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customXml" Target="../customXml/item3.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 Id="rId14" Type="http://schemas.openxmlformats.org/officeDocument/2006/relationships/customXml" Target="../customXml/item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n Bui" userId="f8b4c04c-e122-44ad-a089-e1f8a600e6ff" providerId="ADAL" clId="{4029A454-34B0-40D1-92FA-14456294B934}"/>
    <pc:docChg chg="undo custSel modSld">
      <pc:chgData name="Ann Bui" userId="f8b4c04c-e122-44ad-a089-e1f8a600e6ff" providerId="ADAL" clId="{4029A454-34B0-40D1-92FA-14456294B934}" dt="2026-01-10T23:45:39.603" v="19"/>
      <pc:docMkLst>
        <pc:docMk/>
      </pc:docMkLst>
      <pc:sldChg chg="addSp delSp modSp mod">
        <pc:chgData name="Ann Bui" userId="f8b4c04c-e122-44ad-a089-e1f8a600e6ff" providerId="ADAL" clId="{4029A454-34B0-40D1-92FA-14456294B934}" dt="2026-01-10T23:45:39.603" v="19"/>
        <pc:sldMkLst>
          <pc:docMk/>
          <pc:sldMk cId="0" sldId="256"/>
        </pc:sldMkLst>
        <pc:spChg chg="mod">
          <ac:chgData name="Ann Bui" userId="f8b4c04c-e122-44ad-a089-e1f8a600e6ff" providerId="ADAL" clId="{4029A454-34B0-40D1-92FA-14456294B934}" dt="2026-01-10T23:45:39.603" v="19"/>
          <ac:spMkLst>
            <pc:docMk/>
            <pc:sldMk cId="0" sldId="256"/>
            <ac:spMk id="102" creationId="{00000000-0000-0000-0000-000000000000}"/>
          </ac:spMkLst>
        </pc:spChg>
        <pc:spChg chg="mod">
          <ac:chgData name="Ann Bui" userId="f8b4c04c-e122-44ad-a089-e1f8a600e6ff" providerId="ADAL" clId="{4029A454-34B0-40D1-92FA-14456294B934}" dt="2026-01-10T23:45:39.394" v="18" actId="20577"/>
          <ac:spMkLst>
            <pc:docMk/>
            <pc:sldMk cId="0" sldId="256"/>
            <ac:spMk id="103" creationId="{00000000-0000-0000-0000-000000000000}"/>
          </ac:spMkLst>
        </pc:spChg>
        <pc:spChg chg="add del">
          <ac:chgData name="Ann Bui" userId="f8b4c04c-e122-44ad-a089-e1f8a600e6ff" providerId="ADAL" clId="{4029A454-34B0-40D1-92FA-14456294B934}" dt="2026-01-10T23:45:39.135" v="17" actId="478"/>
          <ac:spMkLst>
            <pc:docMk/>
            <pc:sldMk cId="0" sldId="256"/>
            <ac:spMk id="10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9" name="Shape 99"/>
          <p:cNvSpPr>
            <a:spLocks noGrp="1" noRot="1" noChangeAspect="1"/>
          </p:cNvSpPr>
          <p:nvPr>
            <p:ph type="sldImg"/>
          </p:nvPr>
        </p:nvSpPr>
        <p:spPr>
          <a:xfrm>
            <a:off x="1143000" y="685800"/>
            <a:ext cx="4572000" cy="3429000"/>
          </a:xfrm>
          <a:prstGeom prst="rect">
            <a:avLst/>
          </a:prstGeom>
        </p:spPr>
        <p:txBody>
          <a:bodyPr/>
          <a:lstStyle/>
          <a:p>
            <a:endParaRPr/>
          </a:p>
        </p:txBody>
      </p:sp>
      <p:sp>
        <p:nvSpPr>
          <p:cNvPr id="100" name="Shape 100"/>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6F1035F-0EF3-6D4F-9E2D-4C6263D60CF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24384000" cy="13716000"/>
          </a:xfrm>
          <a:prstGeom prst="rect">
            <a:avLst/>
          </a:prstGeom>
        </p:spPr>
      </p:pic>
      <p:sp>
        <p:nvSpPr>
          <p:cNvPr id="15" name="Title Text"/>
          <p:cNvSpPr txBox="1">
            <a:spLocks noGrp="1"/>
          </p:cNvSpPr>
          <p:nvPr>
            <p:ph type="title"/>
          </p:nvPr>
        </p:nvSpPr>
        <p:spPr>
          <a:xfrm>
            <a:off x="588382" y="3934193"/>
            <a:ext cx="11800087" cy="2923808"/>
          </a:xfrm>
          <a:prstGeom prst="rect">
            <a:avLst/>
          </a:prstGeom>
        </p:spPr>
        <p:txBody>
          <a:bodyPr anchor="b"/>
          <a:lstStyle>
            <a:lvl1pPr>
              <a:defRPr>
                <a:solidFill>
                  <a:schemeClr val="bg1"/>
                </a:solidFill>
              </a:defRPr>
            </a:lvl1pPr>
          </a:lstStyle>
          <a:p>
            <a:r>
              <a:rPr dirty="0"/>
              <a:t>Title Text</a:t>
            </a: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Section">
    <p:bg>
      <p:bgPr>
        <a:solidFill>
          <a:schemeClr val="accent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BBDEEB4-391D-5F4C-B945-F85683EB582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048" y="-5390"/>
            <a:ext cx="24384000" cy="13716000"/>
          </a:xfrm>
          <a:prstGeom prst="rect">
            <a:avLst/>
          </a:prstGeom>
        </p:spPr>
      </p:pic>
      <p:sp>
        <p:nvSpPr>
          <p:cNvPr id="25" name="Title Text"/>
          <p:cNvSpPr txBox="1">
            <a:spLocks noGrp="1"/>
          </p:cNvSpPr>
          <p:nvPr>
            <p:ph type="title"/>
          </p:nvPr>
        </p:nvSpPr>
        <p:spPr>
          <a:xfrm>
            <a:off x="1083131" y="1653090"/>
            <a:ext cx="11305338" cy="2669673"/>
          </a:xfrm>
          <a:prstGeom prst="rect">
            <a:avLst/>
          </a:prstGeom>
        </p:spPr>
        <p:txBody>
          <a:bodyPr anchor="b"/>
          <a:lstStyle>
            <a:lvl1pPr>
              <a:defRPr sz="7800">
                <a:solidFill>
                  <a:schemeClr val="tx1"/>
                </a:solidFill>
              </a:defRPr>
            </a:lvl1pPr>
          </a:lstStyle>
          <a:p>
            <a:r>
              <a:rPr dirty="0"/>
              <a:t>Title Text</a:t>
            </a:r>
          </a:p>
        </p:txBody>
      </p:sp>
      <p:sp>
        <p:nvSpPr>
          <p:cNvPr id="27" name="Slide Number"/>
          <p:cNvSpPr txBox="1">
            <a:spLocks noGrp="1"/>
          </p:cNvSpPr>
          <p:nvPr>
            <p:ph type="sldNum" sz="quarter" idx="2"/>
          </p:nvPr>
        </p:nvSpPr>
        <p:spPr>
          <a:xfrm>
            <a:off x="12185650" y="13081000"/>
            <a:ext cx="405638" cy="355600"/>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amp; Text">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EAB8261-255E-9946-91C0-15744DDCFDA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2" y="3050"/>
            <a:ext cx="24406407" cy="5180260"/>
          </a:xfrm>
          <a:prstGeom prst="rect">
            <a:avLst/>
          </a:prstGeom>
        </p:spPr>
      </p:pic>
      <p:sp>
        <p:nvSpPr>
          <p:cNvPr id="35" name="Title Text"/>
          <p:cNvSpPr txBox="1">
            <a:spLocks noGrp="1"/>
          </p:cNvSpPr>
          <p:nvPr>
            <p:ph type="title"/>
          </p:nvPr>
        </p:nvSpPr>
        <p:spPr>
          <a:xfrm>
            <a:off x="2349549" y="1357238"/>
            <a:ext cx="15959139" cy="1520627"/>
          </a:xfrm>
          <a:prstGeom prst="rect">
            <a:avLst/>
          </a:prstGeom>
        </p:spPr>
        <p:txBody>
          <a:bodyPr anchor="b"/>
          <a:lstStyle>
            <a:lvl1pPr algn="l">
              <a:defRPr/>
            </a:lvl1pPr>
          </a:lstStyle>
          <a:p>
            <a:r>
              <a:rPr dirty="0"/>
              <a:t>Title Text</a:t>
            </a:r>
          </a:p>
        </p:txBody>
      </p:sp>
      <p:sp>
        <p:nvSpPr>
          <p:cNvPr id="3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37" name="Body Level One…"/>
          <p:cNvSpPr txBox="1">
            <a:spLocks noGrp="1"/>
          </p:cNvSpPr>
          <p:nvPr>
            <p:ph type="body" idx="1"/>
          </p:nvPr>
        </p:nvSpPr>
        <p:spPr>
          <a:xfrm>
            <a:off x="2328366" y="4235102"/>
            <a:ext cx="19534833" cy="8083898"/>
          </a:xfrm>
          <a:prstGeom prst="rect">
            <a:avLst/>
          </a:prstGeom>
        </p:spPr>
        <p:txBody>
          <a:bodyPr anchor="t"/>
          <a:lstStyle>
            <a:lvl1pPr marL="0" indent="0" algn="l">
              <a:buSzTx/>
              <a:buNone/>
              <a:defRPr/>
            </a:lvl1pPr>
            <a:lvl2pPr marL="952500" indent="-317500" algn="l">
              <a:buSzPct val="80000"/>
              <a:defRPr/>
            </a:lvl2pPr>
            <a:lvl3pPr marL="1587500" indent="-317500" algn="l">
              <a:buSzPct val="80000"/>
              <a:defRPr/>
            </a:lvl3pPr>
            <a:lvl4pPr marL="2222500" indent="-317500" algn="l">
              <a:buSzPct val="80000"/>
              <a:defRPr/>
            </a:lvl4pPr>
            <a:lvl5pPr marL="2857500" indent="-317500" algn="l">
              <a:buSzPct val="80000"/>
              <a:defRPr/>
            </a:lvl5pPr>
          </a:lstStyle>
          <a:p>
            <a:r>
              <a:t>Body Level One</a:t>
            </a:r>
          </a:p>
          <a:p>
            <a:pPr lvl="1"/>
            <a:r>
              <a:t>Body Level Two</a:t>
            </a:r>
          </a:p>
          <a:p>
            <a:pPr lvl="2"/>
            <a:r>
              <a:t>Body Level Three</a:t>
            </a:r>
          </a:p>
          <a:p>
            <a:pPr lvl="3"/>
            <a:r>
              <a:t>Body Level Four</a:t>
            </a:r>
          </a:p>
          <a:p>
            <a:pPr lvl="4"/>
            <a:r>
              <a:t>Body Level Five</a:t>
            </a: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amp; Bullets">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9ECE377-0EDE-92FA-B8BC-0849CA8E08B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2" y="3050"/>
            <a:ext cx="24406407" cy="5180260"/>
          </a:xfrm>
          <a:prstGeom prst="rect">
            <a:avLst/>
          </a:prstGeom>
        </p:spPr>
      </p:pic>
      <p:sp>
        <p:nvSpPr>
          <p:cNvPr id="45" name="Body Level One…"/>
          <p:cNvSpPr txBox="1">
            <a:spLocks noGrp="1"/>
          </p:cNvSpPr>
          <p:nvPr>
            <p:ph type="body" idx="1"/>
          </p:nvPr>
        </p:nvSpPr>
        <p:spPr>
          <a:xfrm>
            <a:off x="2349548" y="4234325"/>
            <a:ext cx="20043181" cy="7652875"/>
          </a:xfrm>
          <a:prstGeom prst="rect">
            <a:avLst/>
          </a:prstGeom>
        </p:spPr>
        <p:txBody>
          <a:bodyPr anchor="t"/>
          <a:lstStyle>
            <a:lvl1pPr marL="555625" indent="-555625"/>
            <a:lvl2pPr marL="1190625" indent="-555625"/>
            <a:lvl3pPr marL="1825625" indent="-555625"/>
            <a:lvl4pPr marL="2460625" indent="-555625"/>
            <a:lvl5pPr marL="3095625" indent="-555625"/>
          </a:lstStyle>
          <a:p>
            <a:r>
              <a:t>Body Level One</a:t>
            </a:r>
          </a:p>
          <a:p>
            <a:pPr lvl="1"/>
            <a:r>
              <a:t>Body Level Two</a:t>
            </a:r>
          </a:p>
          <a:p>
            <a:pPr lvl="2"/>
            <a:r>
              <a:t>Body Level Three</a:t>
            </a:r>
          </a:p>
          <a:p>
            <a:pPr lvl="3"/>
            <a:r>
              <a:t>Body Level Four</a:t>
            </a:r>
          </a:p>
          <a:p>
            <a:pPr lvl="4"/>
            <a:r>
              <a:t>Body Level Five</a:t>
            </a:r>
          </a:p>
        </p:txBody>
      </p:sp>
      <p:sp>
        <p:nvSpPr>
          <p:cNvPr id="4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6" name="Title Text">
            <a:extLst>
              <a:ext uri="{FF2B5EF4-FFF2-40B4-BE49-F238E27FC236}">
                <a16:creationId xmlns:a16="http://schemas.microsoft.com/office/drawing/2014/main" id="{ED717E69-CAD0-4E4D-8DA0-35F2B990B8DE}"/>
              </a:ext>
            </a:extLst>
          </p:cNvPr>
          <p:cNvSpPr txBox="1">
            <a:spLocks noGrp="1"/>
          </p:cNvSpPr>
          <p:nvPr>
            <p:ph type="title"/>
          </p:nvPr>
        </p:nvSpPr>
        <p:spPr>
          <a:xfrm>
            <a:off x="2349549" y="1357238"/>
            <a:ext cx="15959139" cy="1520627"/>
          </a:xfrm>
          <a:prstGeom prst="rect">
            <a:avLst/>
          </a:prstGeom>
        </p:spPr>
        <p:txBody>
          <a:bodyPr anchor="b"/>
          <a:lstStyle>
            <a:lvl1pPr algn="l">
              <a:defRPr/>
            </a:lvl1pPr>
          </a:lstStyle>
          <a:p>
            <a:r>
              <a:rPr dirty="0"/>
              <a:t>Title Text</a:t>
            </a: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 Clos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36FF07E8-4F20-EB4B-BFC0-D955DDE1C50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24384000" cy="13716000"/>
          </a:xfrm>
          <a:prstGeom prst="rect">
            <a:avLst/>
          </a:prstGeom>
        </p:spPr>
      </p:pic>
      <p:sp>
        <p:nvSpPr>
          <p:cNvPr id="2" name="Title 1">
            <a:extLst>
              <a:ext uri="{FF2B5EF4-FFF2-40B4-BE49-F238E27FC236}">
                <a16:creationId xmlns:a16="http://schemas.microsoft.com/office/drawing/2014/main" id="{74B579FD-2E88-444E-B161-79F874C62495}"/>
              </a:ext>
            </a:extLst>
          </p:cNvPr>
          <p:cNvSpPr>
            <a:spLocks noGrp="1"/>
          </p:cNvSpPr>
          <p:nvPr>
            <p:ph type="title"/>
          </p:nvPr>
        </p:nvSpPr>
        <p:spPr>
          <a:xfrm>
            <a:off x="514927" y="4243387"/>
            <a:ext cx="13501111" cy="3857626"/>
          </a:xfrm>
          <a:prstGeom prst="rect">
            <a:avLst/>
          </a:prstGeom>
        </p:spPr>
        <p:txBody>
          <a:bodyPr anchor="ctr"/>
          <a:lstStyle>
            <a:lvl1pPr algn="l">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2450368428"/>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93" name="Slide Number"/>
          <p:cNvSpPr txBox="1">
            <a:spLocks noGrp="1"/>
          </p:cNvSpPr>
          <p:nvPr>
            <p:ph type="sldNum" sz="quarter" idx="2"/>
          </p:nvPr>
        </p:nvSpPr>
        <p:spPr>
          <a:xfrm>
            <a:off x="12185650" y="13081000"/>
            <a:ext cx="405638" cy="355600"/>
          </a:xfrm>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Number"/>
          <p:cNvSpPr txBox="1">
            <a:spLocks noGrp="1"/>
          </p:cNvSpPr>
          <p:nvPr>
            <p:ph type="sldNum" sz="quarter" idx="2"/>
          </p:nvPr>
        </p:nvSpPr>
        <p:spPr>
          <a:xfrm>
            <a:off x="22860000" y="12192000"/>
            <a:ext cx="405638" cy="355600"/>
          </a:xfrm>
          <a:prstGeom prst="rect">
            <a:avLst/>
          </a:prstGeom>
          <a:ln w="12700">
            <a:miter lim="400000"/>
          </a:ln>
        </p:spPr>
        <p:txBody>
          <a:bodyPr wrap="none" lIns="50800" tIns="50800" rIns="50800" bIns="50800">
            <a:spAutoFit/>
          </a:bodyPr>
          <a:lstStyle>
            <a:lvl1pPr algn="l">
              <a:defRPr sz="2000">
                <a:latin typeface="Gotham Book"/>
                <a:ea typeface="Gotham Book"/>
                <a:cs typeface="Gotham Book"/>
                <a:sym typeface="Gotham Book"/>
              </a:defRPr>
            </a:lvl1pPr>
          </a:lstStyle>
          <a:p>
            <a:fld id="{86CB4B4D-7CA3-9044-876B-883B54F8677D}" type="slidenum">
              <a:t>‹#›</a:t>
            </a:fld>
            <a:endParaRPr/>
          </a:p>
        </p:txBody>
      </p:sp>
      <p:sp>
        <p:nvSpPr>
          <p:cNvPr id="4" name="Body Level One…"/>
          <p:cNvSpPr txBox="1">
            <a:spLocks noGrp="1"/>
          </p:cNvSpPr>
          <p:nvPr>
            <p:ph type="body" idx="1"/>
          </p:nvPr>
        </p:nvSpPr>
        <p:spPr>
          <a:xfrm>
            <a:off x="1689100" y="3149600"/>
            <a:ext cx="21005800" cy="92964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normAutofit/>
          </a:bodyPr>
          <a:lstStyle/>
          <a:p>
            <a:r>
              <a:t>Body Level One</a:t>
            </a:r>
          </a:p>
          <a:p>
            <a:pPr lvl="1"/>
            <a:r>
              <a:t>Body Level Two</a:t>
            </a:r>
          </a:p>
          <a:p>
            <a:pPr lvl="2"/>
            <a:r>
              <a:t>Body Level Three</a:t>
            </a:r>
          </a:p>
          <a:p>
            <a:pPr lvl="3"/>
            <a:r>
              <a:t>Body Level Four</a:t>
            </a:r>
          </a:p>
          <a:p>
            <a:pPr lvl="4"/>
            <a:r>
              <a:t>Body Level Five</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8" r:id="rId5"/>
    <p:sldLayoutId id="2147483657" r:id="rId6"/>
  </p:sldLayoutIdLst>
  <p:transition spd="med"/>
  <p:txStyles>
    <p:titleStyle>
      <a:lvl1pPr marL="0" marR="0" indent="0" algn="l" defTabSz="825500" rtl="0" latinLnBrk="0">
        <a:lnSpc>
          <a:spcPct val="100000"/>
        </a:lnSpc>
        <a:spcBef>
          <a:spcPts val="0"/>
        </a:spcBef>
        <a:spcAft>
          <a:spcPts val="0"/>
        </a:spcAft>
        <a:buClrTx/>
        <a:buSzTx/>
        <a:buFontTx/>
        <a:buNone/>
        <a:tabLst/>
        <a:defRPr sz="6800" b="0" i="0" u="none" strike="noStrike" cap="none" spc="0" baseline="0">
          <a:solidFill>
            <a:srgbClr val="000000"/>
          </a:solidFill>
          <a:uFillTx/>
          <a:latin typeface="+mn-lt"/>
          <a:ea typeface="+mn-ea"/>
          <a:cs typeface="+mn-cs"/>
          <a:sym typeface="Gotham Black"/>
        </a:defRPr>
      </a:lvl1pPr>
      <a:lvl2pPr marL="0" marR="0" indent="0" algn="l" defTabSz="825500" rtl="0" latinLnBrk="0">
        <a:lnSpc>
          <a:spcPct val="100000"/>
        </a:lnSpc>
        <a:spcBef>
          <a:spcPts val="0"/>
        </a:spcBef>
        <a:spcAft>
          <a:spcPts val="0"/>
        </a:spcAft>
        <a:buClrTx/>
        <a:buSzTx/>
        <a:buFontTx/>
        <a:buNone/>
        <a:tabLst/>
        <a:defRPr sz="6800" b="0" i="0" u="none" strike="noStrike" cap="none" spc="0" baseline="0">
          <a:solidFill>
            <a:srgbClr val="000000"/>
          </a:solidFill>
          <a:uFillTx/>
          <a:latin typeface="+mn-lt"/>
          <a:ea typeface="+mn-ea"/>
          <a:cs typeface="+mn-cs"/>
          <a:sym typeface="Gotham Black"/>
        </a:defRPr>
      </a:lvl2pPr>
      <a:lvl3pPr marL="0" marR="0" indent="0" algn="l" defTabSz="825500" rtl="0" latinLnBrk="0">
        <a:lnSpc>
          <a:spcPct val="100000"/>
        </a:lnSpc>
        <a:spcBef>
          <a:spcPts val="0"/>
        </a:spcBef>
        <a:spcAft>
          <a:spcPts val="0"/>
        </a:spcAft>
        <a:buClrTx/>
        <a:buSzTx/>
        <a:buFontTx/>
        <a:buNone/>
        <a:tabLst/>
        <a:defRPr sz="6800" b="0" i="0" u="none" strike="noStrike" cap="none" spc="0" baseline="0">
          <a:solidFill>
            <a:srgbClr val="000000"/>
          </a:solidFill>
          <a:uFillTx/>
          <a:latin typeface="+mn-lt"/>
          <a:ea typeface="+mn-ea"/>
          <a:cs typeface="+mn-cs"/>
          <a:sym typeface="Gotham Black"/>
        </a:defRPr>
      </a:lvl3pPr>
      <a:lvl4pPr marL="0" marR="0" indent="0" algn="l" defTabSz="825500" rtl="0" latinLnBrk="0">
        <a:lnSpc>
          <a:spcPct val="100000"/>
        </a:lnSpc>
        <a:spcBef>
          <a:spcPts val="0"/>
        </a:spcBef>
        <a:spcAft>
          <a:spcPts val="0"/>
        </a:spcAft>
        <a:buClrTx/>
        <a:buSzTx/>
        <a:buFontTx/>
        <a:buNone/>
        <a:tabLst/>
        <a:defRPr sz="6800" b="0" i="0" u="none" strike="noStrike" cap="none" spc="0" baseline="0">
          <a:solidFill>
            <a:srgbClr val="000000"/>
          </a:solidFill>
          <a:uFillTx/>
          <a:latin typeface="+mn-lt"/>
          <a:ea typeface="+mn-ea"/>
          <a:cs typeface="+mn-cs"/>
          <a:sym typeface="Gotham Black"/>
        </a:defRPr>
      </a:lvl4pPr>
      <a:lvl5pPr marL="0" marR="0" indent="0" algn="l" defTabSz="825500" rtl="0" latinLnBrk="0">
        <a:lnSpc>
          <a:spcPct val="100000"/>
        </a:lnSpc>
        <a:spcBef>
          <a:spcPts val="0"/>
        </a:spcBef>
        <a:spcAft>
          <a:spcPts val="0"/>
        </a:spcAft>
        <a:buClrTx/>
        <a:buSzTx/>
        <a:buFontTx/>
        <a:buNone/>
        <a:tabLst/>
        <a:defRPr sz="6800" b="0" i="0" u="none" strike="noStrike" cap="none" spc="0" baseline="0">
          <a:solidFill>
            <a:srgbClr val="000000"/>
          </a:solidFill>
          <a:uFillTx/>
          <a:latin typeface="+mn-lt"/>
          <a:ea typeface="+mn-ea"/>
          <a:cs typeface="+mn-cs"/>
          <a:sym typeface="Gotham Black"/>
        </a:defRPr>
      </a:lvl5pPr>
      <a:lvl6pPr marL="0" marR="0" indent="0" algn="l" defTabSz="825500" rtl="0" latinLnBrk="0">
        <a:lnSpc>
          <a:spcPct val="100000"/>
        </a:lnSpc>
        <a:spcBef>
          <a:spcPts val="0"/>
        </a:spcBef>
        <a:spcAft>
          <a:spcPts val="0"/>
        </a:spcAft>
        <a:buClrTx/>
        <a:buSzTx/>
        <a:buFontTx/>
        <a:buNone/>
        <a:tabLst/>
        <a:defRPr sz="6800" b="0" i="0" u="none" strike="noStrike" cap="none" spc="0" baseline="0">
          <a:solidFill>
            <a:srgbClr val="000000"/>
          </a:solidFill>
          <a:uFillTx/>
          <a:latin typeface="+mn-lt"/>
          <a:ea typeface="+mn-ea"/>
          <a:cs typeface="+mn-cs"/>
          <a:sym typeface="Gotham Black"/>
        </a:defRPr>
      </a:lvl6pPr>
      <a:lvl7pPr marL="0" marR="0" indent="0" algn="l" defTabSz="825500" rtl="0" latinLnBrk="0">
        <a:lnSpc>
          <a:spcPct val="100000"/>
        </a:lnSpc>
        <a:spcBef>
          <a:spcPts val="0"/>
        </a:spcBef>
        <a:spcAft>
          <a:spcPts val="0"/>
        </a:spcAft>
        <a:buClrTx/>
        <a:buSzTx/>
        <a:buFontTx/>
        <a:buNone/>
        <a:tabLst/>
        <a:defRPr sz="6800" b="0" i="0" u="none" strike="noStrike" cap="none" spc="0" baseline="0">
          <a:solidFill>
            <a:srgbClr val="000000"/>
          </a:solidFill>
          <a:uFillTx/>
          <a:latin typeface="+mn-lt"/>
          <a:ea typeface="+mn-ea"/>
          <a:cs typeface="+mn-cs"/>
          <a:sym typeface="Gotham Black"/>
        </a:defRPr>
      </a:lvl7pPr>
      <a:lvl8pPr marL="0" marR="0" indent="0" algn="l" defTabSz="825500" rtl="0" latinLnBrk="0">
        <a:lnSpc>
          <a:spcPct val="100000"/>
        </a:lnSpc>
        <a:spcBef>
          <a:spcPts val="0"/>
        </a:spcBef>
        <a:spcAft>
          <a:spcPts val="0"/>
        </a:spcAft>
        <a:buClrTx/>
        <a:buSzTx/>
        <a:buFontTx/>
        <a:buNone/>
        <a:tabLst/>
        <a:defRPr sz="6800" b="0" i="0" u="none" strike="noStrike" cap="none" spc="0" baseline="0">
          <a:solidFill>
            <a:srgbClr val="000000"/>
          </a:solidFill>
          <a:uFillTx/>
          <a:latin typeface="+mn-lt"/>
          <a:ea typeface="+mn-ea"/>
          <a:cs typeface="+mn-cs"/>
          <a:sym typeface="Gotham Black"/>
        </a:defRPr>
      </a:lvl8pPr>
      <a:lvl9pPr marL="0" marR="0" indent="0" algn="l" defTabSz="825500" rtl="0" latinLnBrk="0">
        <a:lnSpc>
          <a:spcPct val="100000"/>
        </a:lnSpc>
        <a:spcBef>
          <a:spcPts val="0"/>
        </a:spcBef>
        <a:spcAft>
          <a:spcPts val="0"/>
        </a:spcAft>
        <a:buClrTx/>
        <a:buSzTx/>
        <a:buFontTx/>
        <a:buNone/>
        <a:tabLst/>
        <a:defRPr sz="6800" b="0" i="0" u="none" strike="noStrike" cap="none" spc="0" baseline="0">
          <a:solidFill>
            <a:srgbClr val="000000"/>
          </a:solidFill>
          <a:uFillTx/>
          <a:latin typeface="+mn-lt"/>
          <a:ea typeface="+mn-ea"/>
          <a:cs typeface="+mn-cs"/>
          <a:sym typeface="Gotham Black"/>
        </a:defRPr>
      </a:lvl9pPr>
    </p:titleStyle>
    <p:bodyStyle>
      <a:lvl1pPr marL="529166" marR="0" indent="-529166" algn="l" defTabSz="825500" rtl="0" latinLnBrk="0">
        <a:lnSpc>
          <a:spcPct val="110000"/>
        </a:lnSpc>
        <a:spcBef>
          <a:spcPts val="2000"/>
        </a:spcBef>
        <a:spcAft>
          <a:spcPts val="0"/>
        </a:spcAft>
        <a:buClrTx/>
        <a:buSzPct val="125000"/>
        <a:buFontTx/>
        <a:buChar char="•"/>
        <a:tabLst/>
        <a:defRPr sz="4000" b="0" i="0" u="none" strike="noStrike" cap="none" spc="0" baseline="0">
          <a:solidFill>
            <a:srgbClr val="000000"/>
          </a:solidFill>
          <a:uFillTx/>
          <a:latin typeface="Gotham Book"/>
          <a:ea typeface="Gotham Book"/>
          <a:cs typeface="Gotham Book"/>
          <a:sym typeface="Gotham Book"/>
        </a:defRPr>
      </a:lvl1pPr>
      <a:lvl2pPr marL="1164166" marR="0" indent="-529166" algn="l" defTabSz="825500" rtl="0" latinLnBrk="0">
        <a:lnSpc>
          <a:spcPct val="110000"/>
        </a:lnSpc>
        <a:spcBef>
          <a:spcPts val="2000"/>
        </a:spcBef>
        <a:spcAft>
          <a:spcPts val="0"/>
        </a:spcAft>
        <a:buClrTx/>
        <a:buSzPct val="125000"/>
        <a:buFontTx/>
        <a:buChar char="•"/>
        <a:tabLst/>
        <a:defRPr sz="4000" b="0" i="0" u="none" strike="noStrike" cap="none" spc="0" baseline="0">
          <a:solidFill>
            <a:srgbClr val="000000"/>
          </a:solidFill>
          <a:uFillTx/>
          <a:latin typeface="Gotham Book"/>
          <a:ea typeface="Gotham Book"/>
          <a:cs typeface="Gotham Book"/>
          <a:sym typeface="Gotham Book"/>
        </a:defRPr>
      </a:lvl2pPr>
      <a:lvl3pPr marL="1799166" marR="0" indent="-529166" algn="l" defTabSz="825500" rtl="0" latinLnBrk="0">
        <a:lnSpc>
          <a:spcPct val="110000"/>
        </a:lnSpc>
        <a:spcBef>
          <a:spcPts val="2000"/>
        </a:spcBef>
        <a:spcAft>
          <a:spcPts val="0"/>
        </a:spcAft>
        <a:buClrTx/>
        <a:buSzPct val="125000"/>
        <a:buFontTx/>
        <a:buChar char="•"/>
        <a:tabLst/>
        <a:defRPr sz="4000" b="0" i="0" u="none" strike="noStrike" cap="none" spc="0" baseline="0">
          <a:solidFill>
            <a:srgbClr val="000000"/>
          </a:solidFill>
          <a:uFillTx/>
          <a:latin typeface="Gotham Book"/>
          <a:ea typeface="Gotham Book"/>
          <a:cs typeface="Gotham Book"/>
          <a:sym typeface="Gotham Book"/>
        </a:defRPr>
      </a:lvl3pPr>
      <a:lvl4pPr marL="2434166" marR="0" indent="-529166" algn="l" defTabSz="825500" rtl="0" latinLnBrk="0">
        <a:lnSpc>
          <a:spcPct val="110000"/>
        </a:lnSpc>
        <a:spcBef>
          <a:spcPts val="2000"/>
        </a:spcBef>
        <a:spcAft>
          <a:spcPts val="0"/>
        </a:spcAft>
        <a:buClrTx/>
        <a:buSzPct val="125000"/>
        <a:buFontTx/>
        <a:buChar char="•"/>
        <a:tabLst/>
        <a:defRPr sz="4000" b="0" i="0" u="none" strike="noStrike" cap="none" spc="0" baseline="0">
          <a:solidFill>
            <a:srgbClr val="000000"/>
          </a:solidFill>
          <a:uFillTx/>
          <a:latin typeface="Gotham Book"/>
          <a:ea typeface="Gotham Book"/>
          <a:cs typeface="Gotham Book"/>
          <a:sym typeface="Gotham Book"/>
        </a:defRPr>
      </a:lvl4pPr>
      <a:lvl5pPr marL="3069166" marR="0" indent="-529166" algn="l" defTabSz="825500" rtl="0" latinLnBrk="0">
        <a:lnSpc>
          <a:spcPct val="110000"/>
        </a:lnSpc>
        <a:spcBef>
          <a:spcPts val="2000"/>
        </a:spcBef>
        <a:spcAft>
          <a:spcPts val="0"/>
        </a:spcAft>
        <a:buClrTx/>
        <a:buSzPct val="125000"/>
        <a:buFontTx/>
        <a:buChar char="•"/>
        <a:tabLst/>
        <a:defRPr sz="4000" b="0" i="0" u="none" strike="noStrike" cap="none" spc="0" baseline="0">
          <a:solidFill>
            <a:srgbClr val="000000"/>
          </a:solidFill>
          <a:uFillTx/>
          <a:latin typeface="Gotham Book"/>
          <a:ea typeface="Gotham Book"/>
          <a:cs typeface="Gotham Book"/>
          <a:sym typeface="Gotham Book"/>
        </a:defRPr>
      </a:lvl5pPr>
      <a:lvl6pPr marL="3704166" marR="0" indent="-529166" algn="l" defTabSz="825500" rtl="0" latinLnBrk="0">
        <a:lnSpc>
          <a:spcPct val="110000"/>
        </a:lnSpc>
        <a:spcBef>
          <a:spcPts val="2000"/>
        </a:spcBef>
        <a:spcAft>
          <a:spcPts val="0"/>
        </a:spcAft>
        <a:buClrTx/>
        <a:buSzPct val="125000"/>
        <a:buFontTx/>
        <a:buChar char="•"/>
        <a:tabLst/>
        <a:defRPr sz="4000" b="0" i="0" u="none" strike="noStrike" cap="none" spc="0" baseline="0">
          <a:solidFill>
            <a:srgbClr val="000000"/>
          </a:solidFill>
          <a:uFillTx/>
          <a:latin typeface="Gotham Book"/>
          <a:ea typeface="Gotham Book"/>
          <a:cs typeface="Gotham Book"/>
          <a:sym typeface="Gotham Book"/>
        </a:defRPr>
      </a:lvl6pPr>
      <a:lvl7pPr marL="4339166" marR="0" indent="-529166" algn="l" defTabSz="825500" rtl="0" latinLnBrk="0">
        <a:lnSpc>
          <a:spcPct val="110000"/>
        </a:lnSpc>
        <a:spcBef>
          <a:spcPts val="2000"/>
        </a:spcBef>
        <a:spcAft>
          <a:spcPts val="0"/>
        </a:spcAft>
        <a:buClrTx/>
        <a:buSzPct val="125000"/>
        <a:buFontTx/>
        <a:buChar char="•"/>
        <a:tabLst/>
        <a:defRPr sz="4000" b="0" i="0" u="none" strike="noStrike" cap="none" spc="0" baseline="0">
          <a:solidFill>
            <a:srgbClr val="000000"/>
          </a:solidFill>
          <a:uFillTx/>
          <a:latin typeface="Gotham Book"/>
          <a:ea typeface="Gotham Book"/>
          <a:cs typeface="Gotham Book"/>
          <a:sym typeface="Gotham Book"/>
        </a:defRPr>
      </a:lvl7pPr>
      <a:lvl8pPr marL="4974166" marR="0" indent="-529166" algn="l" defTabSz="825500" rtl="0" latinLnBrk="0">
        <a:lnSpc>
          <a:spcPct val="110000"/>
        </a:lnSpc>
        <a:spcBef>
          <a:spcPts val="2000"/>
        </a:spcBef>
        <a:spcAft>
          <a:spcPts val="0"/>
        </a:spcAft>
        <a:buClrTx/>
        <a:buSzPct val="125000"/>
        <a:buFontTx/>
        <a:buChar char="•"/>
        <a:tabLst/>
        <a:defRPr sz="4000" b="0" i="0" u="none" strike="noStrike" cap="none" spc="0" baseline="0">
          <a:solidFill>
            <a:srgbClr val="000000"/>
          </a:solidFill>
          <a:uFillTx/>
          <a:latin typeface="Gotham Book"/>
          <a:ea typeface="Gotham Book"/>
          <a:cs typeface="Gotham Book"/>
          <a:sym typeface="Gotham Book"/>
        </a:defRPr>
      </a:lvl8pPr>
      <a:lvl9pPr marL="5609166" marR="0" indent="-529166" algn="l" defTabSz="825500" rtl="0" latinLnBrk="0">
        <a:lnSpc>
          <a:spcPct val="110000"/>
        </a:lnSpc>
        <a:spcBef>
          <a:spcPts val="2000"/>
        </a:spcBef>
        <a:spcAft>
          <a:spcPts val="0"/>
        </a:spcAft>
        <a:buClrTx/>
        <a:buSzPct val="125000"/>
        <a:buFontTx/>
        <a:buChar char="•"/>
        <a:tabLst/>
        <a:defRPr sz="4000" b="0" i="0" u="none" strike="noStrike" cap="none" spc="0" baseline="0">
          <a:solidFill>
            <a:srgbClr val="000000"/>
          </a:solidFill>
          <a:uFillTx/>
          <a:latin typeface="Gotham Book"/>
          <a:ea typeface="Gotham Book"/>
          <a:cs typeface="Gotham Book"/>
          <a:sym typeface="Gotham Book"/>
        </a:defRPr>
      </a:lvl9pPr>
    </p:bodyStyle>
    <p:otherStyle>
      <a:lvl1pPr marL="0" marR="0" indent="0" algn="l" defTabSz="825500" rtl="0" latinLnBrk="0">
        <a:lnSpc>
          <a:spcPct val="100000"/>
        </a:lnSpc>
        <a:spcBef>
          <a:spcPts val="0"/>
        </a:spcBef>
        <a:spcAft>
          <a:spcPts val="0"/>
        </a:spcAft>
        <a:buClrTx/>
        <a:buSzTx/>
        <a:buFontTx/>
        <a:buNone/>
        <a:tabLst/>
        <a:defRPr sz="2000" b="1" i="0" u="none" strike="noStrike" cap="none" spc="0" baseline="0">
          <a:solidFill>
            <a:schemeClr val="tx1"/>
          </a:solidFill>
          <a:uFillTx/>
          <a:latin typeface="+mn-lt"/>
          <a:ea typeface="+mn-ea"/>
          <a:cs typeface="+mn-cs"/>
          <a:sym typeface="Gotham Book"/>
        </a:defRPr>
      </a:lvl1pPr>
      <a:lvl2pPr marL="0" marR="0" indent="228600" algn="l" defTabSz="825500" rtl="0" latinLnBrk="0">
        <a:lnSpc>
          <a:spcPct val="100000"/>
        </a:lnSpc>
        <a:spcBef>
          <a:spcPts val="0"/>
        </a:spcBef>
        <a:spcAft>
          <a:spcPts val="0"/>
        </a:spcAft>
        <a:buClrTx/>
        <a:buSzTx/>
        <a:buFontTx/>
        <a:buNone/>
        <a:tabLst/>
        <a:defRPr sz="2000" b="1" i="0" u="none" strike="noStrike" cap="none" spc="0" baseline="0">
          <a:solidFill>
            <a:schemeClr val="tx1"/>
          </a:solidFill>
          <a:uFillTx/>
          <a:latin typeface="+mn-lt"/>
          <a:ea typeface="+mn-ea"/>
          <a:cs typeface="+mn-cs"/>
          <a:sym typeface="Gotham Book"/>
        </a:defRPr>
      </a:lvl2pPr>
      <a:lvl3pPr marL="0" marR="0" indent="457200" algn="l" defTabSz="825500" rtl="0" latinLnBrk="0">
        <a:lnSpc>
          <a:spcPct val="100000"/>
        </a:lnSpc>
        <a:spcBef>
          <a:spcPts val="0"/>
        </a:spcBef>
        <a:spcAft>
          <a:spcPts val="0"/>
        </a:spcAft>
        <a:buClrTx/>
        <a:buSzTx/>
        <a:buFontTx/>
        <a:buNone/>
        <a:tabLst/>
        <a:defRPr sz="2000" b="1" i="0" u="none" strike="noStrike" cap="none" spc="0" baseline="0">
          <a:solidFill>
            <a:schemeClr val="tx1"/>
          </a:solidFill>
          <a:uFillTx/>
          <a:latin typeface="+mn-lt"/>
          <a:ea typeface="+mn-ea"/>
          <a:cs typeface="+mn-cs"/>
          <a:sym typeface="Gotham Book"/>
        </a:defRPr>
      </a:lvl3pPr>
      <a:lvl4pPr marL="0" marR="0" indent="685800" algn="l" defTabSz="825500" rtl="0" latinLnBrk="0">
        <a:lnSpc>
          <a:spcPct val="100000"/>
        </a:lnSpc>
        <a:spcBef>
          <a:spcPts val="0"/>
        </a:spcBef>
        <a:spcAft>
          <a:spcPts val="0"/>
        </a:spcAft>
        <a:buClrTx/>
        <a:buSzTx/>
        <a:buFontTx/>
        <a:buNone/>
        <a:tabLst/>
        <a:defRPr sz="2000" b="1" i="0" u="none" strike="noStrike" cap="none" spc="0" baseline="0">
          <a:solidFill>
            <a:schemeClr val="tx1"/>
          </a:solidFill>
          <a:uFillTx/>
          <a:latin typeface="+mn-lt"/>
          <a:ea typeface="+mn-ea"/>
          <a:cs typeface="+mn-cs"/>
          <a:sym typeface="Gotham Book"/>
        </a:defRPr>
      </a:lvl4pPr>
      <a:lvl5pPr marL="0" marR="0" indent="914400" algn="l" defTabSz="825500" rtl="0" latinLnBrk="0">
        <a:lnSpc>
          <a:spcPct val="100000"/>
        </a:lnSpc>
        <a:spcBef>
          <a:spcPts val="0"/>
        </a:spcBef>
        <a:spcAft>
          <a:spcPts val="0"/>
        </a:spcAft>
        <a:buClrTx/>
        <a:buSzTx/>
        <a:buFontTx/>
        <a:buNone/>
        <a:tabLst/>
        <a:defRPr sz="2000" b="1" i="0" u="none" strike="noStrike" cap="none" spc="0" baseline="0">
          <a:solidFill>
            <a:schemeClr val="tx1"/>
          </a:solidFill>
          <a:uFillTx/>
          <a:latin typeface="+mn-lt"/>
          <a:ea typeface="+mn-ea"/>
          <a:cs typeface="+mn-cs"/>
          <a:sym typeface="Gotham Book"/>
        </a:defRPr>
      </a:lvl5pPr>
      <a:lvl6pPr marL="0" marR="0" indent="1143000" algn="l" defTabSz="825500" rtl="0" latinLnBrk="0">
        <a:lnSpc>
          <a:spcPct val="100000"/>
        </a:lnSpc>
        <a:spcBef>
          <a:spcPts val="0"/>
        </a:spcBef>
        <a:spcAft>
          <a:spcPts val="0"/>
        </a:spcAft>
        <a:buClrTx/>
        <a:buSzTx/>
        <a:buFontTx/>
        <a:buNone/>
        <a:tabLst/>
        <a:defRPr sz="2000" b="1" i="0" u="none" strike="noStrike" cap="none" spc="0" baseline="0">
          <a:solidFill>
            <a:schemeClr val="tx1"/>
          </a:solidFill>
          <a:uFillTx/>
          <a:latin typeface="+mn-lt"/>
          <a:ea typeface="+mn-ea"/>
          <a:cs typeface="+mn-cs"/>
          <a:sym typeface="Gotham Book"/>
        </a:defRPr>
      </a:lvl6pPr>
      <a:lvl7pPr marL="0" marR="0" indent="1371600" algn="l" defTabSz="825500" rtl="0" latinLnBrk="0">
        <a:lnSpc>
          <a:spcPct val="100000"/>
        </a:lnSpc>
        <a:spcBef>
          <a:spcPts val="0"/>
        </a:spcBef>
        <a:spcAft>
          <a:spcPts val="0"/>
        </a:spcAft>
        <a:buClrTx/>
        <a:buSzTx/>
        <a:buFontTx/>
        <a:buNone/>
        <a:tabLst/>
        <a:defRPr sz="2000" b="1" i="0" u="none" strike="noStrike" cap="none" spc="0" baseline="0">
          <a:solidFill>
            <a:schemeClr val="tx1"/>
          </a:solidFill>
          <a:uFillTx/>
          <a:latin typeface="+mn-lt"/>
          <a:ea typeface="+mn-ea"/>
          <a:cs typeface="+mn-cs"/>
          <a:sym typeface="Gotham Book"/>
        </a:defRPr>
      </a:lvl7pPr>
      <a:lvl8pPr marL="0" marR="0" indent="1600200" algn="l" defTabSz="825500" rtl="0" latinLnBrk="0">
        <a:lnSpc>
          <a:spcPct val="100000"/>
        </a:lnSpc>
        <a:spcBef>
          <a:spcPts val="0"/>
        </a:spcBef>
        <a:spcAft>
          <a:spcPts val="0"/>
        </a:spcAft>
        <a:buClrTx/>
        <a:buSzTx/>
        <a:buFontTx/>
        <a:buNone/>
        <a:tabLst/>
        <a:defRPr sz="2000" b="1" i="0" u="none" strike="noStrike" cap="none" spc="0" baseline="0">
          <a:solidFill>
            <a:schemeClr val="tx1"/>
          </a:solidFill>
          <a:uFillTx/>
          <a:latin typeface="+mn-lt"/>
          <a:ea typeface="+mn-ea"/>
          <a:cs typeface="+mn-cs"/>
          <a:sym typeface="Gotham Book"/>
        </a:defRPr>
      </a:lvl8pPr>
      <a:lvl9pPr marL="0" marR="0" indent="1828800" algn="l" defTabSz="825500" rtl="0" latinLnBrk="0">
        <a:lnSpc>
          <a:spcPct val="100000"/>
        </a:lnSpc>
        <a:spcBef>
          <a:spcPts val="0"/>
        </a:spcBef>
        <a:spcAft>
          <a:spcPts val="0"/>
        </a:spcAft>
        <a:buClrTx/>
        <a:buSzTx/>
        <a:buFontTx/>
        <a:buNone/>
        <a:tabLst/>
        <a:defRPr sz="2000" b="1" i="0" u="none" strike="noStrike" cap="none" spc="0" baseline="0">
          <a:solidFill>
            <a:schemeClr val="tx1"/>
          </a:solidFill>
          <a:uFillTx/>
          <a:latin typeface="+mn-lt"/>
          <a:ea typeface="+mn-ea"/>
          <a:cs typeface="+mn-cs"/>
          <a:sym typeface="Gotham Book"/>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Title Goes Here  Max Two Lines Long"/>
          <p:cNvSpPr txBox="1">
            <a:spLocks noGrp="1"/>
          </p:cNvSpPr>
          <p:nvPr>
            <p:ph type="ctrTitle"/>
          </p:nvPr>
        </p:nvSpPr>
        <p:spPr>
          <a:xfrm>
            <a:off x="588382" y="3934193"/>
            <a:ext cx="22930837" cy="2923808"/>
          </a:xfrm>
          <a:prstGeom prst="rect">
            <a:avLst/>
          </a:prstGeom>
        </p:spPr>
        <p:txBody>
          <a:bodyPr/>
          <a:lstStyle/>
          <a:p>
            <a:r>
              <a:rPr lang="en-US" sz="8800" dirty="0"/>
              <a:t>Title Goes Here </a:t>
            </a:r>
            <a:br>
              <a:rPr lang="en-US" sz="8800" dirty="0"/>
            </a:br>
            <a:r>
              <a:rPr lang="en-US" sz="8800" dirty="0"/>
              <a:t>Max Two Lines Long</a:t>
            </a:r>
          </a:p>
        </p:txBody>
      </p:sp>
      <p:sp>
        <p:nvSpPr>
          <p:cNvPr id="103" name="Subtitle Goes Here Lorem Ipsum"/>
          <p:cNvSpPr txBox="1">
            <a:spLocks noGrp="1"/>
          </p:cNvSpPr>
          <p:nvPr>
            <p:ph type="subTitle" sz="quarter" idx="4294967295"/>
          </p:nvPr>
        </p:nvSpPr>
        <p:spPr>
          <a:xfrm>
            <a:off x="588382" y="7097340"/>
            <a:ext cx="11800087" cy="502494"/>
          </a:xfrm>
          <a:prstGeom prst="rect">
            <a:avLst/>
          </a:prstGeom>
        </p:spPr>
        <p:txBody>
          <a:bodyPr anchor="t">
            <a:noAutofit/>
          </a:bodyPr>
          <a:lstStyle>
            <a:lvl1pPr marL="0" indent="0">
              <a:spcBef>
                <a:spcPts val="0"/>
              </a:spcBef>
              <a:buSzTx/>
              <a:buNone/>
              <a:defRPr sz="3200">
                <a:latin typeface="Gotham Medium"/>
                <a:ea typeface="Gotham Medium"/>
                <a:cs typeface="Gotham Medium"/>
                <a:sym typeface="Gotham Medium"/>
              </a:defRPr>
            </a:lvl1pPr>
          </a:lstStyle>
          <a:p>
            <a:r>
              <a:rPr lang="en-US" sz="4400" dirty="0">
                <a:solidFill>
                  <a:schemeClr val="bg1"/>
                </a:solidFill>
                <a:latin typeface="Gotham Medium" pitchFamily="2" charset="0"/>
                <a:cs typeface="Gotham Medium" pitchFamily="2" charset="0"/>
              </a:rPr>
              <a:t>Subtitle Goes Here Lorem Ipsum</a:t>
            </a:r>
            <a:endParaRPr sz="4400" dirty="0">
              <a:solidFill>
                <a:schemeClr val="bg1"/>
              </a:solidFill>
              <a:latin typeface="Gotham Medium" pitchFamily="2" charset="0"/>
              <a:cs typeface="Gotham Medium" pitchFamily="2" charset="0"/>
            </a:endParaRPr>
          </a:p>
        </p:txBody>
      </p:sp>
      <p:sp>
        <p:nvSpPr>
          <p:cNvPr id="104" name="Month 10, 2020"/>
          <p:cNvSpPr txBox="1"/>
          <p:nvPr/>
        </p:nvSpPr>
        <p:spPr>
          <a:xfrm>
            <a:off x="588382" y="7988029"/>
            <a:ext cx="11800087" cy="50249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Autofit/>
          </a:bodyPr>
          <a:lstStyle>
            <a:lvl1pPr algn="l">
              <a:lnSpc>
                <a:spcPct val="110000"/>
              </a:lnSpc>
              <a:defRPr sz="3200" b="0">
                <a:latin typeface="Gotham Medium"/>
                <a:ea typeface="Gotham Medium"/>
                <a:cs typeface="Gotham Medium"/>
                <a:sym typeface="Gotham Medium"/>
              </a:defRPr>
            </a:lvl1pPr>
          </a:lstStyle>
          <a:p>
            <a:r>
              <a:rPr lang="en-US" sz="4400" dirty="0">
                <a:solidFill>
                  <a:schemeClr val="bg1"/>
                </a:solidFill>
                <a:latin typeface="Gotham Medium" pitchFamily="2" charset="0"/>
                <a:cs typeface="Gotham Medium" pitchFamily="2" charset="0"/>
              </a:rPr>
              <a:t>October 11</a:t>
            </a:r>
            <a:r>
              <a:rPr sz="4400" dirty="0">
                <a:solidFill>
                  <a:schemeClr val="bg1"/>
                </a:solidFill>
                <a:latin typeface="Gotham Medium" pitchFamily="2" charset="0"/>
                <a:cs typeface="Gotham Medium" pitchFamily="2" charset="0"/>
              </a:rPr>
              <a:t>, </a:t>
            </a:r>
            <a:r>
              <a:rPr lang="en-US" sz="4400" dirty="0">
                <a:solidFill>
                  <a:schemeClr val="bg1"/>
                </a:solidFill>
                <a:latin typeface="Gotham Medium" pitchFamily="2" charset="0"/>
                <a:cs typeface="Gotham Medium" pitchFamily="2" charset="0"/>
              </a:rPr>
              <a:t>2026</a:t>
            </a:r>
            <a:endParaRPr sz="4400" dirty="0">
              <a:solidFill>
                <a:schemeClr val="bg1"/>
              </a:solidFill>
              <a:latin typeface="Gotham Medium" pitchFamily="2" charset="0"/>
              <a:cs typeface="Gotham Medium" pitchFamily="2" charset="0"/>
            </a:endParaRP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Section Title"/>
          <p:cNvSpPr txBox="1">
            <a:spLocks noGrp="1"/>
          </p:cNvSpPr>
          <p:nvPr>
            <p:ph type="title"/>
          </p:nvPr>
        </p:nvSpPr>
        <p:spPr>
          <a:prstGeom prst="rect">
            <a:avLst/>
          </a:prstGeom>
        </p:spPr>
        <p:txBody>
          <a:bodyPr/>
          <a:lstStyle/>
          <a:p>
            <a:r>
              <a:t>Section Title</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Body bullets"/>
          <p:cNvSpPr txBox="1">
            <a:spLocks noGrp="1"/>
          </p:cNvSpPr>
          <p:nvPr>
            <p:ph type="body" idx="1"/>
          </p:nvPr>
        </p:nvSpPr>
        <p:spPr>
          <a:prstGeom prst="rect">
            <a:avLst/>
          </a:prstGeom>
        </p:spPr>
        <p:txBody>
          <a:bodyPr/>
          <a:lstStyle/>
          <a:p>
            <a:r>
              <a:rPr dirty="0"/>
              <a:t>Body bullets</a:t>
            </a:r>
          </a:p>
        </p:txBody>
      </p:sp>
      <p:sp>
        <p:nvSpPr>
          <p:cNvPr id="117"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3</a:t>
            </a:fld>
            <a:endParaRPr/>
          </a:p>
        </p:txBody>
      </p:sp>
      <p:sp>
        <p:nvSpPr>
          <p:cNvPr id="118" name="Page Title"/>
          <p:cNvSpPr txBox="1">
            <a:spLocks noGrp="1"/>
          </p:cNvSpPr>
          <p:nvPr>
            <p:ph type="title"/>
          </p:nvPr>
        </p:nvSpPr>
        <p:spPr>
          <a:prstGeom prst="rect">
            <a:avLst/>
          </a:prstGeom>
        </p:spPr>
        <p:txBody>
          <a:bodyPr/>
          <a:lstStyle/>
          <a:p>
            <a:r>
              <a:rPr dirty="0"/>
              <a:t>Page Title</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Sample slide text heavy"/>
          <p:cNvSpPr txBox="1">
            <a:spLocks noGrp="1"/>
          </p:cNvSpPr>
          <p:nvPr>
            <p:ph type="title"/>
          </p:nvPr>
        </p:nvSpPr>
        <p:spPr>
          <a:prstGeom prst="rect">
            <a:avLst/>
          </a:prstGeom>
        </p:spPr>
        <p:txBody>
          <a:bodyPr/>
          <a:lstStyle/>
          <a:p>
            <a:r>
              <a:rPr dirty="0"/>
              <a:t>Sample slide text heavy</a:t>
            </a:r>
          </a:p>
        </p:txBody>
      </p:sp>
      <p:sp>
        <p:nvSpPr>
          <p:cNvPr id="125"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4</a:t>
            </a:fld>
            <a:endParaRPr/>
          </a:p>
        </p:txBody>
      </p:sp>
      <p:sp>
        <p:nvSpPr>
          <p:cNvPr id="126" name="Morbi leo risus, porta ac consectetur ac, vestibulum at eros. Sed posuere consectetur est at lobortis. Fusce dapibus, tellus ac cursus commodo, tortor mauris condimentum nibh, ut fermentum massa justo sit amet risus. Donec ullamcorper nulla non metus auc"/>
          <p:cNvSpPr txBox="1">
            <a:spLocks noGrp="1"/>
          </p:cNvSpPr>
          <p:nvPr>
            <p:ph type="body" idx="1"/>
          </p:nvPr>
        </p:nvSpPr>
        <p:spPr>
          <a:xfrm>
            <a:off x="2350008" y="4233672"/>
            <a:ext cx="19534833" cy="8083898"/>
          </a:xfrm>
          <a:prstGeom prst="rect">
            <a:avLst/>
          </a:prstGeom>
        </p:spPr>
        <p:txBody>
          <a:bodyPr/>
          <a:lstStyle/>
          <a:p>
            <a:pPr defTabSz="767715">
              <a:spcBef>
                <a:spcPts val="1800"/>
              </a:spcBef>
              <a:defRPr sz="3720"/>
            </a:pPr>
            <a:r>
              <a:rPr dirty="0"/>
              <a:t>Morbi </a:t>
            </a:r>
            <a:r>
              <a:rPr dirty="0" err="1"/>
              <a:t>leo</a:t>
            </a:r>
            <a:r>
              <a:rPr dirty="0"/>
              <a:t> </a:t>
            </a:r>
            <a:r>
              <a:rPr dirty="0" err="1"/>
              <a:t>risus</a:t>
            </a:r>
            <a:r>
              <a:rPr dirty="0"/>
              <a:t>, porta ac </a:t>
            </a:r>
            <a:r>
              <a:rPr dirty="0" err="1"/>
              <a:t>consectetur</a:t>
            </a:r>
            <a:r>
              <a:rPr dirty="0"/>
              <a:t> ac, vestibulum at eros. Sed </a:t>
            </a:r>
            <a:r>
              <a:rPr dirty="0" err="1"/>
              <a:t>posuere</a:t>
            </a:r>
            <a:r>
              <a:rPr dirty="0"/>
              <a:t> </a:t>
            </a:r>
            <a:r>
              <a:rPr dirty="0" err="1"/>
              <a:t>consectetur</a:t>
            </a:r>
            <a:r>
              <a:rPr dirty="0"/>
              <a:t> </a:t>
            </a:r>
            <a:r>
              <a:rPr dirty="0" err="1"/>
              <a:t>est</a:t>
            </a:r>
            <a:r>
              <a:rPr dirty="0"/>
              <a:t> at </a:t>
            </a:r>
            <a:r>
              <a:rPr dirty="0" err="1"/>
              <a:t>lobortis</a:t>
            </a:r>
            <a:r>
              <a:rPr dirty="0"/>
              <a:t>. </a:t>
            </a:r>
            <a:r>
              <a:rPr dirty="0" err="1"/>
              <a:t>Fusce</a:t>
            </a:r>
            <a:r>
              <a:rPr dirty="0"/>
              <a:t> </a:t>
            </a:r>
            <a:r>
              <a:rPr dirty="0" err="1"/>
              <a:t>dapibus</a:t>
            </a:r>
            <a:r>
              <a:rPr dirty="0"/>
              <a:t>, </a:t>
            </a:r>
            <a:r>
              <a:rPr dirty="0" err="1"/>
              <a:t>tellus</a:t>
            </a:r>
            <a:r>
              <a:rPr dirty="0"/>
              <a:t> ac cursus </a:t>
            </a:r>
            <a:r>
              <a:rPr dirty="0" err="1"/>
              <a:t>commodo</a:t>
            </a:r>
            <a:r>
              <a:rPr dirty="0"/>
              <a:t>, </a:t>
            </a:r>
            <a:r>
              <a:rPr dirty="0" err="1"/>
              <a:t>tortor</a:t>
            </a:r>
            <a:r>
              <a:rPr dirty="0"/>
              <a:t> </a:t>
            </a:r>
            <a:r>
              <a:rPr dirty="0" err="1"/>
              <a:t>mauris</a:t>
            </a:r>
            <a:r>
              <a:rPr dirty="0"/>
              <a:t> </a:t>
            </a:r>
            <a:r>
              <a:rPr dirty="0" err="1"/>
              <a:t>condimentum</a:t>
            </a:r>
            <a:r>
              <a:rPr dirty="0"/>
              <a:t> </a:t>
            </a:r>
            <a:r>
              <a:rPr dirty="0" err="1"/>
              <a:t>nibh</a:t>
            </a:r>
            <a:r>
              <a:rPr dirty="0"/>
              <a:t>, </a:t>
            </a:r>
            <a:r>
              <a:rPr dirty="0" err="1"/>
              <a:t>ut</a:t>
            </a:r>
            <a:r>
              <a:rPr dirty="0"/>
              <a:t> fermentum </a:t>
            </a:r>
            <a:r>
              <a:rPr dirty="0" err="1"/>
              <a:t>massa</a:t>
            </a:r>
            <a:r>
              <a:rPr dirty="0"/>
              <a:t> </a:t>
            </a:r>
            <a:r>
              <a:rPr dirty="0" err="1"/>
              <a:t>justo</a:t>
            </a:r>
            <a:r>
              <a:rPr dirty="0"/>
              <a:t> sit </a:t>
            </a:r>
            <a:r>
              <a:rPr dirty="0" err="1"/>
              <a:t>amet</a:t>
            </a:r>
            <a:r>
              <a:rPr dirty="0"/>
              <a:t> </a:t>
            </a:r>
            <a:r>
              <a:rPr dirty="0" err="1"/>
              <a:t>risus</a:t>
            </a:r>
            <a:r>
              <a:rPr dirty="0"/>
              <a:t>. Donec </a:t>
            </a:r>
            <a:r>
              <a:rPr dirty="0" err="1"/>
              <a:t>ullamcorper</a:t>
            </a:r>
            <a:r>
              <a:rPr dirty="0"/>
              <a:t> </a:t>
            </a:r>
            <a:r>
              <a:rPr dirty="0" err="1"/>
              <a:t>nulla</a:t>
            </a:r>
            <a:r>
              <a:rPr dirty="0"/>
              <a:t> non </a:t>
            </a:r>
            <a:r>
              <a:rPr dirty="0" err="1"/>
              <a:t>metus</a:t>
            </a:r>
            <a:r>
              <a:rPr dirty="0"/>
              <a:t> auctor </a:t>
            </a:r>
            <a:r>
              <a:rPr dirty="0" err="1"/>
              <a:t>fringilla</a:t>
            </a:r>
            <a:r>
              <a:rPr dirty="0"/>
              <a:t>. Sed </a:t>
            </a:r>
            <a:r>
              <a:rPr dirty="0" err="1"/>
              <a:t>posuere</a:t>
            </a:r>
            <a:r>
              <a:rPr dirty="0"/>
              <a:t> </a:t>
            </a:r>
            <a:r>
              <a:rPr dirty="0" err="1"/>
              <a:t>consectetur</a:t>
            </a:r>
            <a:r>
              <a:rPr dirty="0"/>
              <a:t> </a:t>
            </a:r>
            <a:r>
              <a:rPr dirty="0" err="1"/>
              <a:t>est</a:t>
            </a:r>
            <a:r>
              <a:rPr dirty="0"/>
              <a:t> at </a:t>
            </a:r>
            <a:r>
              <a:rPr dirty="0" err="1"/>
              <a:t>lobortis</a:t>
            </a:r>
            <a:r>
              <a:rPr dirty="0"/>
              <a:t>. Aenean </a:t>
            </a:r>
            <a:r>
              <a:rPr dirty="0" err="1"/>
              <a:t>eu</a:t>
            </a:r>
            <a:r>
              <a:rPr dirty="0"/>
              <a:t> </a:t>
            </a:r>
            <a:r>
              <a:rPr dirty="0" err="1"/>
              <a:t>leo</a:t>
            </a:r>
            <a:r>
              <a:rPr dirty="0"/>
              <a:t> </a:t>
            </a:r>
            <a:r>
              <a:rPr dirty="0" err="1"/>
              <a:t>quam</a:t>
            </a:r>
            <a:r>
              <a:rPr dirty="0"/>
              <a:t>. </a:t>
            </a:r>
            <a:r>
              <a:rPr dirty="0" err="1"/>
              <a:t>Pellentesque</a:t>
            </a:r>
            <a:r>
              <a:rPr dirty="0"/>
              <a:t> </a:t>
            </a:r>
            <a:r>
              <a:rPr dirty="0" err="1"/>
              <a:t>ornare</a:t>
            </a:r>
            <a:r>
              <a:rPr dirty="0"/>
              <a:t> </a:t>
            </a:r>
            <a:r>
              <a:rPr dirty="0" err="1"/>
              <a:t>sem</a:t>
            </a:r>
            <a:r>
              <a:rPr dirty="0"/>
              <a:t> lacinia </a:t>
            </a:r>
            <a:r>
              <a:rPr dirty="0" err="1"/>
              <a:t>quam</a:t>
            </a:r>
            <a:r>
              <a:rPr dirty="0"/>
              <a:t> </a:t>
            </a:r>
            <a:r>
              <a:rPr dirty="0" err="1"/>
              <a:t>venenatis</a:t>
            </a:r>
            <a:r>
              <a:rPr dirty="0"/>
              <a:t> vestibulum.</a:t>
            </a:r>
          </a:p>
          <a:p>
            <a:pPr marL="928007" lvl="1" indent="-337457" defTabSz="767715">
              <a:spcBef>
                <a:spcPts val="1800"/>
              </a:spcBef>
              <a:defRPr sz="3720"/>
            </a:pPr>
            <a:r>
              <a:rPr dirty="0" err="1"/>
              <a:t>Etiam</a:t>
            </a:r>
            <a:r>
              <a:rPr dirty="0"/>
              <a:t> porta </a:t>
            </a:r>
            <a:r>
              <a:rPr dirty="0" err="1"/>
              <a:t>sem</a:t>
            </a:r>
            <a:r>
              <a:rPr dirty="0"/>
              <a:t> </a:t>
            </a:r>
            <a:r>
              <a:rPr dirty="0" err="1"/>
              <a:t>malesuada</a:t>
            </a:r>
            <a:r>
              <a:rPr dirty="0"/>
              <a:t> magna </a:t>
            </a:r>
            <a:r>
              <a:rPr dirty="0" err="1"/>
              <a:t>mollis</a:t>
            </a:r>
            <a:r>
              <a:rPr dirty="0"/>
              <a:t> </a:t>
            </a:r>
            <a:r>
              <a:rPr dirty="0" err="1"/>
              <a:t>euismod</a:t>
            </a:r>
            <a:r>
              <a:rPr dirty="0"/>
              <a:t>. </a:t>
            </a:r>
          </a:p>
          <a:p>
            <a:pPr marL="928007" lvl="1" indent="-337457" defTabSz="767715">
              <a:spcBef>
                <a:spcPts val="1800"/>
              </a:spcBef>
              <a:defRPr sz="3720"/>
            </a:pPr>
            <a:r>
              <a:rPr dirty="0"/>
              <a:t>Aenean lacinia </a:t>
            </a:r>
            <a:r>
              <a:rPr dirty="0" err="1"/>
              <a:t>bibendum</a:t>
            </a:r>
            <a:r>
              <a:rPr dirty="0"/>
              <a:t> </a:t>
            </a:r>
            <a:r>
              <a:rPr dirty="0" err="1"/>
              <a:t>nulla</a:t>
            </a:r>
            <a:r>
              <a:rPr dirty="0"/>
              <a:t> sed </a:t>
            </a:r>
            <a:r>
              <a:rPr dirty="0" err="1"/>
              <a:t>consectetur</a:t>
            </a:r>
            <a:r>
              <a:rPr dirty="0"/>
              <a:t>. </a:t>
            </a:r>
          </a:p>
          <a:p>
            <a:pPr marL="928007" lvl="1" indent="-337457" defTabSz="767715">
              <a:spcBef>
                <a:spcPts val="1800"/>
              </a:spcBef>
              <a:defRPr sz="3720"/>
            </a:pPr>
            <a:r>
              <a:rPr dirty="0"/>
              <a:t>Duis </a:t>
            </a:r>
            <a:r>
              <a:rPr dirty="0" err="1"/>
              <a:t>mollis</a:t>
            </a:r>
            <a:r>
              <a:rPr dirty="0"/>
              <a:t>, </a:t>
            </a:r>
            <a:r>
              <a:rPr dirty="0" err="1"/>
              <a:t>est</a:t>
            </a:r>
            <a:r>
              <a:rPr dirty="0"/>
              <a:t> non </a:t>
            </a:r>
            <a:r>
              <a:rPr dirty="0" err="1"/>
              <a:t>commodo</a:t>
            </a:r>
            <a:r>
              <a:rPr dirty="0"/>
              <a:t> </a:t>
            </a:r>
            <a:r>
              <a:rPr dirty="0" err="1"/>
              <a:t>luctus</a:t>
            </a:r>
            <a:r>
              <a:rPr dirty="0"/>
              <a:t>, </a:t>
            </a:r>
          </a:p>
          <a:p>
            <a:pPr marL="928007" lvl="1" indent="-337457" defTabSz="767715">
              <a:spcBef>
                <a:spcPts val="1800"/>
              </a:spcBef>
              <a:defRPr sz="3720"/>
            </a:pPr>
            <a:r>
              <a:rPr dirty="0"/>
              <a:t>nisi </a:t>
            </a:r>
            <a:r>
              <a:rPr dirty="0" err="1"/>
              <a:t>erat</a:t>
            </a:r>
            <a:r>
              <a:rPr dirty="0"/>
              <a:t> </a:t>
            </a:r>
            <a:r>
              <a:rPr dirty="0" err="1"/>
              <a:t>porttitor</a:t>
            </a:r>
            <a:r>
              <a:rPr dirty="0"/>
              <a:t> ligula, </a:t>
            </a:r>
            <a:r>
              <a:rPr dirty="0" err="1"/>
              <a:t>eget</a:t>
            </a:r>
            <a:r>
              <a:rPr dirty="0"/>
              <a:t> lacinia </a:t>
            </a:r>
            <a:r>
              <a:rPr dirty="0" err="1"/>
              <a:t>odio</a:t>
            </a:r>
            <a:r>
              <a:rPr dirty="0"/>
              <a:t> </a:t>
            </a:r>
            <a:r>
              <a:rPr dirty="0" err="1"/>
              <a:t>sem</a:t>
            </a:r>
            <a:r>
              <a:rPr dirty="0"/>
              <a:t> nec </a:t>
            </a:r>
            <a:r>
              <a:rPr dirty="0" err="1"/>
              <a:t>elit</a:t>
            </a:r>
            <a:r>
              <a:rPr dirty="0"/>
              <a:t>. </a:t>
            </a:r>
          </a:p>
          <a:p>
            <a:pPr marL="928007" lvl="1" indent="-337457" defTabSz="767715">
              <a:spcBef>
                <a:spcPts val="1800"/>
              </a:spcBef>
              <a:defRPr sz="3720"/>
            </a:pPr>
            <a:r>
              <a:rPr dirty="0"/>
              <a:t>Integer </a:t>
            </a:r>
            <a:r>
              <a:rPr dirty="0" err="1"/>
              <a:t>posuere</a:t>
            </a:r>
            <a:r>
              <a:rPr dirty="0"/>
              <a:t> </a:t>
            </a:r>
            <a:r>
              <a:rPr dirty="0" err="1"/>
              <a:t>erat</a:t>
            </a:r>
            <a:r>
              <a:rPr dirty="0"/>
              <a:t> a ante </a:t>
            </a:r>
            <a:r>
              <a:rPr dirty="0" err="1"/>
              <a:t>venenatis</a:t>
            </a:r>
            <a:r>
              <a:rPr dirty="0"/>
              <a:t> </a:t>
            </a:r>
            <a:r>
              <a:rPr dirty="0" err="1"/>
              <a:t>dapibus</a:t>
            </a:r>
            <a:r>
              <a:rPr dirty="0"/>
              <a:t> </a:t>
            </a:r>
            <a:r>
              <a:rPr dirty="0" err="1"/>
              <a:t>posuere</a:t>
            </a:r>
            <a:r>
              <a:rPr dirty="0"/>
              <a:t> </a:t>
            </a:r>
            <a:r>
              <a:rPr dirty="0" err="1"/>
              <a:t>velit</a:t>
            </a:r>
            <a:r>
              <a:rPr dirty="0"/>
              <a:t> </a:t>
            </a:r>
            <a:r>
              <a:rPr dirty="0" err="1"/>
              <a:t>aliquet</a:t>
            </a:r>
            <a:r>
              <a:rPr dirty="0"/>
              <a:t>.</a:t>
            </a: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FD3E50-A189-6E41-AC80-23FC9AD55197}"/>
              </a:ext>
            </a:extLst>
          </p:cNvPr>
          <p:cNvSpPr>
            <a:spLocks noGrp="1"/>
          </p:cNvSpPr>
          <p:nvPr>
            <p:ph type="title"/>
          </p:nvPr>
        </p:nvSpPr>
        <p:spPr>
          <a:xfrm>
            <a:off x="585216" y="4242816"/>
            <a:ext cx="13501111" cy="3857626"/>
          </a:xfrm>
        </p:spPr>
        <p:txBody>
          <a:bodyPr/>
          <a:lstStyle/>
          <a:p>
            <a:r>
              <a:rPr lang="en-US" sz="8800" dirty="0"/>
              <a:t>Thank you</a:t>
            </a:r>
          </a:p>
        </p:txBody>
      </p:sp>
    </p:spTree>
    <p:extLst>
      <p:ext uri="{BB962C8B-B14F-4D97-AF65-F5344CB8AC3E}">
        <p14:creationId xmlns:p14="http://schemas.microsoft.com/office/powerpoint/2010/main" val="2981128466"/>
      </p:ext>
    </p:extLst>
  </p:cSld>
  <p:clrMapOvr>
    <a:masterClrMapping/>
  </p:clrMapOvr>
  <p:transition spd="med"/>
</p:sld>
</file>

<file path=ppt/theme/theme1.xml><?xml version="1.0" encoding="utf-8"?>
<a:theme xmlns:a="http://schemas.openxmlformats.org/drawingml/2006/main" name="White">
  <a:themeElements>
    <a:clrScheme name="Custom 21">
      <a:dk1>
        <a:srgbClr val="000000"/>
      </a:dk1>
      <a:lt1>
        <a:srgbClr val="FFFFFF"/>
      </a:lt1>
      <a:dk2>
        <a:srgbClr val="5E5E5E"/>
      </a:dk2>
      <a:lt2>
        <a:srgbClr val="D5D5D5"/>
      </a:lt2>
      <a:accent1>
        <a:srgbClr val="9A3056"/>
      </a:accent1>
      <a:accent2>
        <a:srgbClr val="F4AE00"/>
      </a:accent2>
      <a:accent3>
        <a:srgbClr val="E97B05"/>
      </a:accent3>
      <a:accent4>
        <a:srgbClr val="C9282C"/>
      </a:accent4>
      <a:accent5>
        <a:srgbClr val="5BB3E5"/>
      </a:accent5>
      <a:accent6>
        <a:srgbClr val="54A41C"/>
      </a:accent6>
      <a:hlink>
        <a:srgbClr val="0000FF"/>
      </a:hlink>
      <a:folHlink>
        <a:srgbClr val="FF00FF"/>
      </a:folHlink>
    </a:clrScheme>
    <a:fontScheme name="White">
      <a:majorFont>
        <a:latin typeface="Gotham Black"/>
        <a:ea typeface="Gotham Black"/>
        <a:cs typeface="Gotham Black"/>
      </a:majorFont>
      <a:minorFont>
        <a:latin typeface="Gotham Black"/>
        <a:ea typeface="Gotham Black"/>
        <a:cs typeface="Gotham Black"/>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0" tIns="0" rIns="0" bIns="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Gotham Black"/>
        <a:ea typeface="Gotham Black"/>
        <a:cs typeface="Gotham Black"/>
      </a:majorFont>
      <a:minorFont>
        <a:latin typeface="Gotham Black"/>
        <a:ea typeface="Gotham Black"/>
        <a:cs typeface="Gotham Black"/>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0" tIns="0" rIns="0" bIns="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09D35BC82558B4E9F64E3E8AAA23523" ma:contentTypeVersion="24" ma:contentTypeDescription="Create a new document." ma:contentTypeScope="" ma:versionID="d867268e606a95b6c684715f8975d99c">
  <xsd:schema xmlns:xsd="http://www.w3.org/2001/XMLSchema" xmlns:xs="http://www.w3.org/2001/XMLSchema" xmlns:p="http://schemas.microsoft.com/office/2006/metadata/properties" xmlns:ns1="http://schemas.microsoft.com/sharepoint/v3" xmlns:ns2="53b4a38d-d267-4cdb-b100-8fcdd1c612bb" xmlns:ns3="c3d57bb1-c434-4746-8ecb-fdf879ee4008" targetNamespace="http://schemas.microsoft.com/office/2006/metadata/properties" ma:root="true" ma:fieldsID="aae7b3804872e0147cd67d20c5430166" ns1:_="" ns2:_="" ns3:_="">
    <xsd:import namespace="http://schemas.microsoft.com/sharepoint/v3"/>
    <xsd:import namespace="53b4a38d-d267-4cdb-b100-8fcdd1c612bb"/>
    <xsd:import namespace="c3d57bb1-c434-4746-8ecb-fdf879ee4008"/>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DateTaken" minOccurs="0"/>
                <xsd:element ref="ns3:MediaServiceAutoTags" minOccurs="0"/>
                <xsd:element ref="ns3:MediaServiceGenerationTime" minOccurs="0"/>
                <xsd:element ref="ns3:MediaServiceEventHashCode" minOccurs="0"/>
                <xsd:element ref="ns3:MediaServiceOCR" minOccurs="0"/>
                <xsd:element ref="ns3:MediaServiceLocation" minOccurs="0"/>
                <xsd:element ref="ns3:MediaServiceAutoKeyPoints" minOccurs="0"/>
                <xsd:element ref="ns3:MediaServiceKeyPoints" minOccurs="0"/>
                <xsd:element ref="ns3:Date" minOccurs="0"/>
                <xsd:element ref="ns1:_ip_UnifiedCompliancePolicyProperties" minOccurs="0"/>
                <xsd:element ref="ns1:_ip_UnifiedCompliancePolicyUIAction" minOccurs="0"/>
                <xsd:element ref="ns3:MediaLengthInSeconds" minOccurs="0"/>
                <xsd:element ref="ns2:TaxCatchAll" minOccurs="0"/>
                <xsd:element ref="ns3:lcf76f155ced4ddcb4097134ff3c332f" minOccurs="0"/>
                <xsd:element ref="ns3:MediaServiceObjectDetectorVersions" minOccurs="0"/>
                <xsd:element ref="ns3:MediaServiceSearchPropertie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1" nillable="true" ma:displayName="Unified Compliance Policy Properties" ma:hidden="true" ma:internalName="_ip_UnifiedCompliancePolicyProperties">
      <xsd:simpleType>
        <xsd:restriction base="dms:Note"/>
      </xsd:simpleType>
    </xsd:element>
    <xsd:element name="_ip_UnifiedCompliancePolicyUIAction" ma:index="2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3b4a38d-d267-4cdb-b100-8fcdd1c612bb"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6dbb4b4e-3d81-4d70-90f6-2883c605ebe2}" ma:internalName="TaxCatchAll" ma:showField="CatchAllData" ma:web="53b4a38d-d267-4cdb-b100-8fcdd1c612bb">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c3d57bb1-c434-4746-8ecb-fdf879ee4008"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7" nillable="true" ma:displayName="Location" ma:internalName="MediaServiceLocatio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Date" ma:index="20" nillable="true" ma:displayName="Date" ma:format="DateOnly" ma:internalName="Date">
      <xsd:simpleType>
        <xsd:restriction base="dms:DateTime"/>
      </xsd:simpleType>
    </xsd:element>
    <xsd:element name="MediaLengthInSeconds" ma:index="23" nillable="true" ma:displayName="Length (seconds)" ma:internalName="MediaLengthInSeconds" ma:readOnly="true">
      <xsd:simpleType>
        <xsd:restriction base="dms:Unknown"/>
      </xsd:simpleType>
    </xsd:element>
    <xsd:element name="lcf76f155ced4ddcb4097134ff3c332f" ma:index="26" nillable="true" ma:taxonomy="true" ma:internalName="lcf76f155ced4ddcb4097134ff3c332f" ma:taxonomyFieldName="MediaServiceImageTags" ma:displayName="Image Tags" ma:readOnly="false" ma:fieldId="{5cf76f15-5ced-4ddc-b409-7134ff3c332f}" ma:taxonomyMulti="true" ma:sspId="fe38edb0-9445-43a8-acb7-81cf1420d42a"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7"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8" nillable="true" ma:displayName="MediaServiceSearchProperties" ma:hidden="true" ma:internalName="MediaServiceSearchProperties" ma:readOnly="true">
      <xsd:simpleType>
        <xsd:restriction base="dms:Note"/>
      </xsd:simpleType>
    </xsd:element>
    <xsd:element name="MediaServiceBillingMetadata" ma:index="29"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c3d57bb1-c434-4746-8ecb-fdf879ee4008">
      <Terms xmlns="http://schemas.microsoft.com/office/infopath/2007/PartnerControls"/>
    </lcf76f155ced4ddcb4097134ff3c332f>
    <_ip_UnifiedCompliancePolicyUIAction xmlns="http://schemas.microsoft.com/sharepoint/v3" xsi:nil="true"/>
    <TaxCatchAll xmlns="53b4a38d-d267-4cdb-b100-8fcdd1c612bb" xsi:nil="true"/>
    <_ip_UnifiedCompliancePolicyProperties xmlns="http://schemas.microsoft.com/sharepoint/v3" xsi:nil="true"/>
    <Date xmlns="c3d57bb1-c434-4746-8ecb-fdf879ee4008" xsi:nil="true"/>
  </documentManagement>
</p:properties>
</file>

<file path=customXml/itemProps1.xml><?xml version="1.0" encoding="utf-8"?>
<ds:datastoreItem xmlns:ds="http://schemas.openxmlformats.org/officeDocument/2006/customXml" ds:itemID="{B2E3B391-D58D-4C8D-AFB0-3CA59B3BD4D0}"/>
</file>

<file path=customXml/itemProps2.xml><?xml version="1.0" encoding="utf-8"?>
<ds:datastoreItem xmlns:ds="http://schemas.openxmlformats.org/officeDocument/2006/customXml" ds:itemID="{F3820224-EF29-4EF7-A658-E75F91B6D8E5}"/>
</file>

<file path=customXml/itemProps3.xml><?xml version="1.0" encoding="utf-8"?>
<ds:datastoreItem xmlns:ds="http://schemas.openxmlformats.org/officeDocument/2006/customXml" ds:itemID="{68E97CF9-55F9-4F9C-8FC5-9E2156D6D98A}"/>
</file>

<file path=docProps/app.xml><?xml version="1.0" encoding="utf-8"?>
<Properties xmlns="http://schemas.openxmlformats.org/officeDocument/2006/extended-properties" xmlns:vt="http://schemas.openxmlformats.org/officeDocument/2006/docPropsVTypes">
  <TotalTime>3689</TotalTime>
  <Words>146</Words>
  <Application>Microsoft Office PowerPoint</Application>
  <PresentationFormat>Custom</PresentationFormat>
  <Paragraphs>16</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Gotham Book</vt:lpstr>
      <vt:lpstr>Gotham Medium</vt:lpstr>
      <vt:lpstr>Helvetica Neue</vt:lpstr>
      <vt:lpstr>White</vt:lpstr>
      <vt:lpstr>Title Goes Here  Max Two Lines Long</vt:lpstr>
      <vt:lpstr>Section Title</vt:lpstr>
      <vt:lpstr>Page Title</vt:lpstr>
      <vt:lpstr>Sample slide text heavy</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Goes Here  Max Two Lines Long</dc:title>
  <cp:lastModifiedBy>Ann Bui</cp:lastModifiedBy>
  <cp:revision>48</cp:revision>
  <dcterms:modified xsi:type="dcterms:W3CDTF">2026-01-10T23:45:41Z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0x010100309D35BC82558B4E9F64E3E8AAA23523</vt:lpwstr>
  </property>
</Properties>
</file>